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b="1" kern="0" spc="300" dirty="0">
                <a:solidFill>
                  <a:srgbClr val="9FD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CSA0711- </a:t>
            </a:r>
            <a:r>
              <a:rPr lang="en-US" b="1" kern="0" spc="300" dirty="0">
                <a:solidFill>
                  <a:srgbClr val="9FD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COMPUTER NETWORKS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8755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Artificial Intelligence for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Traffic Management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D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Student Name: 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Saruhaasini A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D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Register No: 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192511400</a:t>
            </a:r>
            <a:endParaRPr lang="en-US" sz="1800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Faculty:</a:t>
            </a:r>
            <a:r>
              <a:rPr lang="en-IN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 sz="18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Dr. Shankar R</a:t>
            </a:r>
            <a:endParaRPr lang="en-IN" altLang="en-US" sz="18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332720" y="5074920"/>
            <a:ext cx="1051560" cy="10515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0" name="Image 0" descr="icon_wif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6126" y="5348326"/>
            <a:ext cx="504749" cy="5047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Introduction</a:t>
            </a:r>
            <a:endParaRPr lang="en-US" sz="3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170432"/>
            <a:ext cx="822960" cy="5486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Text 2"/>
          <p:cNvSpPr/>
          <p:nvPr/>
        </p:nvSpPr>
        <p:spPr>
          <a:xfrm>
            <a:off x="685800" y="1554480"/>
            <a:ext cx="6400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Modern networks carry massive, unpredictable volumes of data. Traditional traffic management relies on static, rule-based methods that struggle to adapt to real-time changes, congestion, and evolving threats.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64008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Artificial Intelligence brings adaptive, data-driven intelligence to network traffic management — enabling systems that predict, classify, and optimize traffic flow automatically for better performance and reliability.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52360" y="155448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065A82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AI?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2505456"/>
            <a:ext cx="109728" cy="109728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9" name="Text 7"/>
          <p:cNvSpPr/>
          <p:nvPr/>
        </p:nvSpPr>
        <p:spPr>
          <a:xfrm>
            <a:off x="8028432" y="242316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Real-time adaptability</a:t>
            </a:r>
            <a:endParaRPr lang="en-US" sz="14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0" y="3282696"/>
            <a:ext cx="109728" cy="109728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11" name="Text 9"/>
          <p:cNvSpPr/>
          <p:nvPr/>
        </p:nvSpPr>
        <p:spPr>
          <a:xfrm>
            <a:off x="8028432" y="320040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Predictive congestion control</a:t>
            </a:r>
            <a:endParaRPr lang="en-US" sz="14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0" y="4059936"/>
            <a:ext cx="109728" cy="109728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13" name="Text 11"/>
          <p:cNvSpPr/>
          <p:nvPr/>
        </p:nvSpPr>
        <p:spPr>
          <a:xfrm>
            <a:off x="8028432" y="39776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Automated anomaly detection</a:t>
            </a:r>
            <a:endParaRPr lang="en-US" sz="14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0" y="4837176"/>
            <a:ext cx="109728" cy="109728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15" name="Text 13"/>
          <p:cNvSpPr/>
          <p:nvPr/>
        </p:nvSpPr>
        <p:spPr>
          <a:xfrm>
            <a:off x="8028432" y="475488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Improved Quality of Service</a:t>
            </a:r>
            <a:endParaRPr lang="en-US" sz="14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Traditional vs. AI-Based Traffic Management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822960" cy="5486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Shape 2"/>
          <p:cNvSpPr/>
          <p:nvPr/>
        </p:nvSpPr>
        <p:spPr>
          <a:xfrm>
            <a:off x="68580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EDEFF2"/>
          </a:solidFill>
        </p:spPr>
      </p:sp>
      <p:sp>
        <p:nvSpPr>
          <p:cNvPr id="5" name="Text 3"/>
          <p:cNvSpPr/>
          <p:nvPr/>
        </p:nvSpPr>
        <p:spPr>
          <a:xfrm>
            <a:off x="960120" y="187452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A6B7A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Traditional Approach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5146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Static, rule-based configurations</a:t>
            </a:r>
            <a:endParaRPr lang="en-US" sz="1600" dirty="0">
              <a:solidFill>
                <a:srgbClr val="21295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32004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Manual threshold tuning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8862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Reactive response to congestion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45720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45720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Limited scalability with traffic growth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52578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52578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Slow adaptation to new attack patterns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065A82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187452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AI-Based Approach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37960" y="2738247"/>
            <a:ext cx="128016" cy="128016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19" name="Text 17"/>
          <p:cNvSpPr/>
          <p:nvPr/>
        </p:nvSpPr>
        <p:spPr>
          <a:xfrm>
            <a:off x="6812280" y="25146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Adaptive, self-learning models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37960" y="3424682"/>
            <a:ext cx="128016" cy="128016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21" name="Text 19"/>
          <p:cNvSpPr/>
          <p:nvPr/>
        </p:nvSpPr>
        <p:spPr>
          <a:xfrm>
            <a:off x="6812280" y="32004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Automatic parameter optimization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37960" y="4111117"/>
            <a:ext cx="128016" cy="128016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23" name="Text 21"/>
          <p:cNvSpPr/>
          <p:nvPr/>
        </p:nvSpPr>
        <p:spPr>
          <a:xfrm>
            <a:off x="6812280" y="38862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Predictive congestion avoidance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7960" y="4797552"/>
            <a:ext cx="128016" cy="128016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25" name="Text 23"/>
          <p:cNvSpPr/>
          <p:nvPr/>
        </p:nvSpPr>
        <p:spPr>
          <a:xfrm>
            <a:off x="6812280" y="45720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Scales with data volume and pattern complexity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37960" y="5483987"/>
            <a:ext cx="128016" cy="128016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27" name="Text 25"/>
          <p:cNvSpPr/>
          <p:nvPr/>
        </p:nvSpPr>
        <p:spPr>
          <a:xfrm>
            <a:off x="6812280" y="52578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Rapid detection of anomalies and threats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AI Techniques Used in Traffic Management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822960" cy="5486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Shape 2"/>
          <p:cNvSpPr/>
          <p:nvPr/>
        </p:nvSpPr>
        <p:spPr>
          <a:xfrm>
            <a:off x="685800" y="160020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icon_cp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0884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89280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Machine Learning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65960" y="2350008"/>
            <a:ext cx="3657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Classifies and predicts traffic patterns from historical flow data.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7452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icon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650" y="20884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89280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Deep Learning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589520" y="2350008"/>
            <a:ext cx="3657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Neural networks detect complex, non-linear traffic anomalies</a:t>
            </a:r>
            <a:r>
              <a:rPr lang="en-US" sz="12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388620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16052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icon_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43744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17880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Reinforcement Learning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965960" y="4636008"/>
            <a:ext cx="3657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Agents learn optimal routing policies through trial and reward.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16052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icon_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650" y="437449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178808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Predictive Analytics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589520" y="4636008"/>
            <a:ext cx="3657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Forecasts congestion before it occurs, enabling proactive control</a:t>
            </a:r>
            <a:r>
              <a:rPr lang="en-US" sz="12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Applications &amp; Use Cases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822960" cy="5486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Shape 2"/>
          <p:cNvSpPr/>
          <p:nvPr/>
        </p:nvSpPr>
        <p:spPr>
          <a:xfrm>
            <a:off x="685800" y="1737360"/>
            <a:ext cx="2343150" cy="4114800"/>
          </a:xfrm>
          <a:prstGeom prst="roundRect">
            <a:avLst>
              <a:gd name="adj" fmla="val 3902"/>
            </a:avLst>
          </a:prstGeom>
          <a:solidFill>
            <a:srgbClr val="21295C"/>
          </a:solidFill>
        </p:spPr>
      </p:sp>
      <p:sp>
        <p:nvSpPr>
          <p:cNvPr id="5" name="Shape 3"/>
          <p:cNvSpPr/>
          <p:nvPr/>
        </p:nvSpPr>
        <p:spPr>
          <a:xfrm>
            <a:off x="1445895" y="2148840"/>
            <a:ext cx="822960" cy="8229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icon_activ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65" y="23628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197739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Congestion Control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188595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9FD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Dynamically reroutes traffic to avoid bottlenecks in real time.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48990" y="1737360"/>
            <a:ext cx="2343150" cy="4114800"/>
          </a:xfrm>
          <a:prstGeom prst="roundRect">
            <a:avLst>
              <a:gd name="adj" fmla="val 3902"/>
            </a:avLst>
          </a:prstGeom>
          <a:solidFill>
            <a:srgbClr val="21295C"/>
          </a:solidFill>
        </p:spPr>
      </p:sp>
      <p:sp>
        <p:nvSpPr>
          <p:cNvPr id="10" name="Shape 7"/>
          <p:cNvSpPr/>
          <p:nvPr/>
        </p:nvSpPr>
        <p:spPr>
          <a:xfrm>
            <a:off x="4109085" y="2148840"/>
            <a:ext cx="822960" cy="8229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1" name="Image 1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055" y="23628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1870" y="3246120"/>
            <a:ext cx="197739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Intrusion &amp; Anomaly Detection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77590" y="4114800"/>
            <a:ext cx="188595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9FD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Identifies unusual flows indicating attacks or faults.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12180" y="1737360"/>
            <a:ext cx="2343150" cy="4114800"/>
          </a:xfrm>
          <a:prstGeom prst="roundRect">
            <a:avLst>
              <a:gd name="adj" fmla="val 3902"/>
            </a:avLst>
          </a:prstGeom>
          <a:solidFill>
            <a:srgbClr val="21295C"/>
          </a:solidFill>
        </p:spPr>
      </p:sp>
      <p:sp>
        <p:nvSpPr>
          <p:cNvPr id="15" name="Shape 11"/>
          <p:cNvSpPr/>
          <p:nvPr/>
        </p:nvSpPr>
        <p:spPr>
          <a:xfrm>
            <a:off x="6772275" y="2148840"/>
            <a:ext cx="822960" cy="8229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6" name="Image 2" descr="icon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245" y="23628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5060" y="3246120"/>
            <a:ext cx="197739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Quality of Service (QoS)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40780" y="4114800"/>
            <a:ext cx="188595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9FD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Prioritizes latency-sensitive traffic like video and VoIP.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675370" y="1737360"/>
            <a:ext cx="2343150" cy="4114800"/>
          </a:xfrm>
          <a:prstGeom prst="roundRect">
            <a:avLst>
              <a:gd name="adj" fmla="val 3902"/>
            </a:avLst>
          </a:prstGeom>
          <a:solidFill>
            <a:srgbClr val="21295C"/>
          </a:solidFill>
        </p:spPr>
      </p:sp>
      <p:sp>
        <p:nvSpPr>
          <p:cNvPr id="20" name="Shape 15"/>
          <p:cNvSpPr/>
          <p:nvPr/>
        </p:nvSpPr>
        <p:spPr>
          <a:xfrm>
            <a:off x="9435465" y="2148840"/>
            <a:ext cx="822960" cy="8229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1" name="Image 3" descr="icon_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435" y="236281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58250" y="3246120"/>
            <a:ext cx="197739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Load Balancing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903970" y="4114800"/>
            <a:ext cx="188595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9FD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Distributes traffic across servers and links intelligently.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Benefits &amp; Challenges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822960" cy="5486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Shape 2"/>
          <p:cNvSpPr/>
          <p:nvPr/>
        </p:nvSpPr>
        <p:spPr>
          <a:xfrm>
            <a:off x="68580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icon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47672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Benefits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60120" y="2880487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9" name="Text 6"/>
          <p:cNvSpPr/>
          <p:nvPr/>
        </p:nvSpPr>
        <p:spPr>
          <a:xfrm>
            <a:off x="1234440" y="2697480"/>
            <a:ext cx="4434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Improved network efficiency and throughput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60120" y="3657727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8"/>
          <p:cNvSpPr/>
          <p:nvPr/>
        </p:nvSpPr>
        <p:spPr>
          <a:xfrm>
            <a:off x="1234440" y="3474720"/>
            <a:ext cx="4434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Faster, proactive threat detection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60120" y="4434967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3" name="Text 10"/>
          <p:cNvSpPr/>
          <p:nvPr/>
        </p:nvSpPr>
        <p:spPr>
          <a:xfrm>
            <a:off x="1234440" y="4251960"/>
            <a:ext cx="4434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Reduced manual configuration effort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0120" y="5212207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2"/>
          <p:cNvSpPr/>
          <p:nvPr/>
        </p:nvSpPr>
        <p:spPr>
          <a:xfrm>
            <a:off x="1234440" y="5029200"/>
            <a:ext cx="4434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Better resource utilization at scale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6364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8" name="Image 1" descr="icon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04094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1947672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Challenges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537960" y="2976372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1" name="Text 17"/>
          <p:cNvSpPr/>
          <p:nvPr/>
        </p:nvSpPr>
        <p:spPr>
          <a:xfrm>
            <a:off x="6812280" y="2697480"/>
            <a:ext cx="4434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Requires large volumes of quality training data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537960" y="3650742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3" name="Text 19"/>
          <p:cNvSpPr/>
          <p:nvPr/>
        </p:nvSpPr>
        <p:spPr>
          <a:xfrm>
            <a:off x="6812280" y="3474720"/>
            <a:ext cx="4434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Model interpretability and trust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537960" y="4434967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5" name="Text 21"/>
          <p:cNvSpPr/>
          <p:nvPr/>
        </p:nvSpPr>
        <p:spPr>
          <a:xfrm>
            <a:off x="6812280" y="4251960"/>
            <a:ext cx="4434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Computational overhead in real-time systems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537960" y="5219192"/>
            <a:ext cx="109728" cy="10972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7" name="Text 23"/>
          <p:cNvSpPr/>
          <p:nvPr/>
        </p:nvSpPr>
        <p:spPr>
          <a:xfrm>
            <a:off x="6812280" y="5029200"/>
            <a:ext cx="4434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Vulnerability to adversarial manipulation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931920" cy="393192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Conclusion</a:t>
            </a:r>
            <a:endParaRPr lang="en-US" sz="3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822960" cy="5486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" name="Shape 3"/>
          <p:cNvSpPr/>
          <p:nvPr/>
        </p:nvSpPr>
        <p:spPr>
          <a:xfrm>
            <a:off x="822960" y="2395855"/>
            <a:ext cx="146304" cy="146304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6" name="Text 4"/>
          <p:cNvSpPr/>
          <p:nvPr/>
        </p:nvSpPr>
        <p:spPr>
          <a:xfrm>
            <a:off x="1188720" y="2011680"/>
            <a:ext cx="9784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AI transforms network traffic management from a static, reactive process into a dynamic, predictive one.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437890"/>
            <a:ext cx="146304" cy="146304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8" name="Text 6"/>
          <p:cNvSpPr/>
          <p:nvPr/>
        </p:nvSpPr>
        <p:spPr>
          <a:xfrm>
            <a:off x="1188720" y="3200400"/>
            <a:ext cx="9784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Techniques like machine learning, deep learning, and reinforcement learning enable smarter routing, congestion control, and threat detection.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4626610"/>
            <a:ext cx="146304" cy="146304"/>
          </a:xfrm>
          <a:prstGeom prst="ellipse">
            <a:avLst/>
          </a:prstGeom>
          <a:solidFill>
            <a:srgbClr val="9FD3E8"/>
          </a:solidFill>
        </p:spPr>
      </p:sp>
      <p:sp>
        <p:nvSpPr>
          <p:cNvPr id="10" name="Text 8"/>
          <p:cNvSpPr/>
          <p:nvPr/>
        </p:nvSpPr>
        <p:spPr>
          <a:xfrm>
            <a:off x="1188720" y="4389120"/>
            <a:ext cx="9784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Despite challenges around data and interpretability, AI-driven networks are key to building scalable, reliable, next-generation infrastructure.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394960" y="1554480"/>
            <a:ext cx="1371600" cy="13716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5" name="Image 0" descr="icon_wif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91109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D3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Artificial Intelligence for Network Traffic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2655</Words>
  <Application>WPS Presentation</Application>
  <PresentationFormat>On-screen Show (16:9)</PresentationFormat>
  <Paragraphs>144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Saruhaasini A</cp:lastModifiedBy>
  <cp:revision>3</cp:revision>
  <dcterms:created xsi:type="dcterms:W3CDTF">2026-07-23T02:40:00Z</dcterms:created>
  <dcterms:modified xsi:type="dcterms:W3CDTF">2026-07-23T04:04:34Z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9440DFB40A914CA6A3C5B1763B8303C9_13</vt:lpwstr>
  </property>
</Properties>
</file>